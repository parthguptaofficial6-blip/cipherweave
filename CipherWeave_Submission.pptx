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uEAXE/96kaotr0Eu7IvWKDzS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font" Target="fonts/QuattrocentoSans-regular.fntdata"/><Relationship Id="rId22" Type="http://schemas.openxmlformats.org/officeDocument/2006/relationships/font" Target="fonts/QuattrocentoSans-bold.fntdata"/><Relationship Id="rId23" Type="http://schemas.openxmlformats.org/officeDocument/2006/relationships/font" Target="fonts/QuattrocentoSans-italic.fntdata"/><Relationship Id="rId24" Type="http://schemas.openxmlformats.org/officeDocument/2006/relationships/font" Target="fonts/QuattrocentoSans-boldItalic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2879834" y="2853000"/>
            <a:ext cx="6432331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Presentation Template</a:t>
            </a:r>
            <a:b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Finspark Hackathon 2026</a:t>
            </a:r>
            <a:endParaRPr b="1" i="0" sz="32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-1276679" y="5122115"/>
            <a:ext cx="55467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Team Name: Team CipherWeave</a:t>
            </a:r>
            <a:br/>
            <a:br/>
            <a:r>
              <a:t>Team Bio: Innovators in cyber-financial risk correlation.</a:t>
            </a:r>
            <a:br/>
            <a:br/>
            <a:r>
              <a:t>Date: July 2026</a:t>
            </a:r>
            <a:endParaRPr b="0" i="0" sz="1400" u="none" cap="none" strike="noStrike">
              <a:solidFill>
                <a:srgbClr val="FFD4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278089" y="586451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Statement?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278100" y="1162450"/>
            <a:ext cx="83358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Problem: Financial institutions struggle to connect cyber threat intelligence (e.g., unusual logins, weak cipher suites) with financial fraud. Siloed data leads to delayed detection of coordinated attacks.</a:t>
            </a:r>
            <a:br/>
            <a:br/>
            <a:r>
              <a:t>Why we chose it: By correlating these streams using AI, we can drastically reduce false positives and catch sophisticated multi-vector attacks (like Harvest Now, Decrypt Later).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356839" y="559523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Pre-Requisite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• Node.js &amp; npm (Frontend: React + Vite)</a:t>
            </a:r>
            <a:br/>
            <a:r>
              <a:t>• Python 3.8+ (Backend: FastAPI, pandas, scikit-learn, networkx)</a:t>
            </a:r>
            <a:br/>
            <a:r>
              <a:t>• SQLite (Local database)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278100" y="6448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or resources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Frontend: React, Vite, Tailwind CSS, Lucide React</a:t>
            </a:r>
            <a:br/>
            <a:r>
              <a:t>Backend: Python, FastAPI, SQLAlchemy, Uvicorn</a:t>
            </a:r>
            <a:br/>
            <a:r>
              <a:t>Data &amp; AI: NetworkX (Graph Correlation), Scikit-Learn (Isolation Forest), Pandas, NumPy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2781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Supporting Functional Documents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Explaining the logic flow:</a:t>
            </a:r>
            <a:br/>
            <a:r>
              <a:t>1. Cyber and Transaction events are simulated.</a:t>
            </a:r>
            <a:br/>
            <a:r>
              <a:t>2. Correlated using Graph Networks (Entity ID).</a:t>
            </a:r>
            <a:br/>
            <a:r>
              <a:t>3. Feature engineered (Temporal proximity, Geo anomaly, Amount Z-score, Quantum risk).</a:t>
            </a:r>
            <a:br/>
            <a:r>
              <a:t>4. Scored via Isolation Forest.</a:t>
            </a:r>
            <a:br/>
            <a:r>
              <a:t>5. Dashboard display.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332200" y="66857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Differentiators &amp; Adoption Plan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Differentiators: We combine traditional financial monitoring with cyber indicators (like TLS cipher suite monitoring for Quantum threats).</a:t>
            </a:r>
            <a:br/>
            <a:br/>
            <a:r>
              <a:t>Adoption: Easy to integrate via APIs. Plug-and-play dashboards for risk analysts.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427150" y="687325"/>
            <a:ext cx="9634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 Link &amp; supporting diagrams, screenshots, 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any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427139" y="17218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GitHub Link: (Added manually by team)</a:t>
            </a:r>
            <a:br/>
            <a:br/>
            <a:r>
              <a:t>Note: Please insert architecture diagrams or screenshots here.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Potential and Relevance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• Reduces financial losses by detecting coordinated multi-channel attacks early.</a:t>
            </a:r>
            <a:br/>
            <a:r>
              <a:t>• Prepares institutions for emerging threats like Quantum computing (HNDL attacks).</a:t>
            </a:r>
            <a:br/>
            <a:r>
              <a:t>• Can be expanded to incorporate more data sources (e.g., social engineering indicators).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Uniqueness of Approach and Solution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• Uses Graph-based Entity Resolution to link siloed cyber events and financial transactions.</a:t>
            </a:r>
            <a:br/>
            <a:r>
              <a:t>• Provides ML-backed explainability (Explainable AI) so analysts know *why* a case was flagged (e.g., '+0.45 Temporal Proximity').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034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Experience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• The React-based dashboard is clean, fast, and interactive.</a:t>
            </a:r>
            <a:br/>
            <a:r>
              <a:t>• Analysts can quickly expand high-risk cases, review the exact correlated events, and take immediate action (Escalate/Dismiss/False Positive).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• Backend: FastAPI handles high-throughput asynchronous requests.</a:t>
            </a:r>
            <a:br/>
            <a:r>
              <a:t>• AI Engine: Isolation forest and NetworkX graphs can be distributed using tools like Spark/Dask for enterprise-scale transaction volumes.</a:t>
            </a:r>
            <a:br/>
            <a:r>
              <a:t>• Database: Can easily migrate from SQLite to PostgreSQL/CockroachDB.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344100" y="64482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Ease of Deployment and Maintenance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• Backend uses standard Python virtual environments and requirements.txt.</a:t>
            </a:r>
            <a:br/>
            <a:r>
              <a:t>• Frontend uses Vite for lightning-fast builds.</a:t>
            </a:r>
            <a:br/>
            <a:r>
              <a:t>• Architecture is decoupled (REST API), making containerization (Docker) and Kubernetes orchestration straightforward.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344100" y="65670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Considerations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• Includes JWT-based authentication for securing the API.</a:t>
            </a:r>
            <a:br/>
            <a:r>
              <a:t>• Recommends strong password hashing (bcrypt).</a:t>
            </a:r>
            <a:br/>
            <a:r>
              <a:t>• Implements CORS middleware.</a:t>
            </a:r>
            <a:br/>
            <a:r>
              <a:t>• The solution actively monitors for deprecated cipher suites (TLS_RSA_WITH_AES_128_CBC_SHA) which are vulnerable to future quantum attacks.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3797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diagram &amp; Images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[Please insert your architecture diagram here]</a:t>
            </a:r>
            <a:br/>
            <a:br/>
            <a:r>
              <a:t>Frontend (React) &lt;-&gt; REST API (FastAPI) &lt;-&gt; Database (SQLite) &amp; Correlation Engine (Scikit-Learn/NetworkX).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 Screenshots &amp; video &amp; Github Link</a:t>
            </a:r>
            <a:endParaRPr b="0" i="0" sz="1400" u="none" cap="none" strike="noStrike">
              <a:solidFill>
                <a:srgbClr val="2158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[Please insert your solution screenshots and demo video link here]</a:t>
            </a:r>
            <a:br/>
            <a:br/>
            <a:r>
              <a:t>Dashboard displays synthetic risk-scored cases.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/>
        </p:nvSpPr>
        <p:spPr>
          <a:xfrm>
            <a:off x="408614" y="2948556"/>
            <a:ext cx="86493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</a:pPr>
            <a:r>
              <a:rPr b="1" i="0" lang="en-IN" sz="36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1" i="0" sz="36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410051" y="3782256"/>
            <a:ext cx="4559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IN" sz="15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 names</a:t>
            </a:r>
            <a:endParaRPr b="1" i="0" sz="15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408625" y="3775951"/>
            <a:ext cx="82185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Team CipherWeave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2024-06-09T08:34:46Z</dcterms:created>
  <dc:creator>Avinash Rohit</dc:creator>
</cp:coreProperties>
</file>